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81" r:id="rId7"/>
    <p:sldId id="282" r:id="rId8"/>
    <p:sldId id="276" r:id="rId9"/>
    <p:sldId id="277" r:id="rId10"/>
    <p:sldId id="283" r:id="rId11"/>
    <p:sldId id="280" r:id="rId12"/>
    <p:sldId id="285" r:id="rId13"/>
    <p:sldId id="290" r:id="rId14"/>
    <p:sldId id="286" r:id="rId15"/>
    <p:sldId id="278" r:id="rId16"/>
    <p:sldId id="291" r:id="rId17"/>
    <p:sldId id="289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0D7565-EF2E-4351-894E-15DF6AC0F90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D3542D5-05D4-40E4-89AF-AC74DD8193BB}">
      <dgm:prSet/>
      <dgm:spPr/>
      <dgm:t>
        <a:bodyPr/>
        <a:lstStyle/>
        <a:p>
          <a:r>
            <a:rPr lang="en-US"/>
            <a:t>initial state</a:t>
          </a:r>
          <a:br>
            <a:rPr lang="en-US"/>
          </a:br>
          <a:endParaRPr lang="en-US"/>
        </a:p>
      </dgm:t>
    </dgm:pt>
    <dgm:pt modelId="{54501C35-D414-4FF9-8ABA-1831C4853FE4}" type="parTrans" cxnId="{6B6A0989-048E-4CEB-BDBA-BF076C3005C1}">
      <dgm:prSet/>
      <dgm:spPr/>
      <dgm:t>
        <a:bodyPr/>
        <a:lstStyle/>
        <a:p>
          <a:endParaRPr lang="en-US"/>
        </a:p>
      </dgm:t>
    </dgm:pt>
    <dgm:pt modelId="{8BEB32B6-4B90-471F-8E51-EF2CC4AA97FE}" type="sibTrans" cxnId="{6B6A0989-048E-4CEB-BDBA-BF076C3005C1}">
      <dgm:prSet/>
      <dgm:spPr/>
      <dgm:t>
        <a:bodyPr/>
        <a:lstStyle/>
        <a:p>
          <a:endParaRPr lang="en-US"/>
        </a:p>
      </dgm:t>
    </dgm:pt>
    <dgm:pt modelId="{4D672BC3-4AF5-44E0-B81F-BBC0B4B9713B}">
      <dgm:prSet/>
      <dgm:spPr/>
      <dgm:t>
        <a:bodyPr/>
        <a:lstStyle/>
        <a:p>
          <a:r>
            <a:rPr lang="en-US"/>
            <a:t>action</a:t>
          </a:r>
          <a:br>
            <a:rPr lang="en-US"/>
          </a:br>
          <a:endParaRPr lang="en-US"/>
        </a:p>
      </dgm:t>
    </dgm:pt>
    <dgm:pt modelId="{E1E37035-6D1B-4136-9583-F7AF684C2021}" type="parTrans" cxnId="{A3BD5190-A62C-442B-9E15-D101C68CC62D}">
      <dgm:prSet/>
      <dgm:spPr/>
      <dgm:t>
        <a:bodyPr/>
        <a:lstStyle/>
        <a:p>
          <a:endParaRPr lang="en-US"/>
        </a:p>
      </dgm:t>
    </dgm:pt>
    <dgm:pt modelId="{CE49CD0E-868C-4F00-9AE9-492A2B3D2686}" type="sibTrans" cxnId="{A3BD5190-A62C-442B-9E15-D101C68CC62D}">
      <dgm:prSet/>
      <dgm:spPr/>
      <dgm:t>
        <a:bodyPr/>
        <a:lstStyle/>
        <a:p>
          <a:endParaRPr lang="en-US"/>
        </a:p>
      </dgm:t>
    </dgm:pt>
    <dgm:pt modelId="{3C9610C1-8183-498C-B930-285FA78B61E0}">
      <dgm:prSet/>
      <dgm:spPr/>
      <dgm:t>
        <a:bodyPr/>
        <a:lstStyle/>
        <a:p>
          <a:r>
            <a:rPr lang="en-US"/>
            <a:t>transition model</a:t>
          </a:r>
          <a:br>
            <a:rPr lang="en-US"/>
          </a:br>
          <a:endParaRPr lang="en-US"/>
        </a:p>
      </dgm:t>
    </dgm:pt>
    <dgm:pt modelId="{C7DAAF76-48FD-428C-9446-5FB1D0F0C52F}" type="parTrans" cxnId="{CD9D2F86-4994-443B-888B-C72280DC173A}">
      <dgm:prSet/>
      <dgm:spPr/>
      <dgm:t>
        <a:bodyPr/>
        <a:lstStyle/>
        <a:p>
          <a:endParaRPr lang="en-US"/>
        </a:p>
      </dgm:t>
    </dgm:pt>
    <dgm:pt modelId="{6A490682-7B7F-4B2D-8772-BA67976E7AD3}" type="sibTrans" cxnId="{CD9D2F86-4994-443B-888B-C72280DC173A}">
      <dgm:prSet/>
      <dgm:spPr/>
      <dgm:t>
        <a:bodyPr/>
        <a:lstStyle/>
        <a:p>
          <a:endParaRPr lang="en-US"/>
        </a:p>
      </dgm:t>
    </dgm:pt>
    <dgm:pt modelId="{FF292340-BC12-467C-A1D3-B4957CB2FEAF}">
      <dgm:prSet/>
      <dgm:spPr/>
      <dgm:t>
        <a:bodyPr/>
        <a:lstStyle/>
        <a:p>
          <a:r>
            <a:rPr lang="en-US"/>
            <a:t>goal test</a:t>
          </a:r>
          <a:br>
            <a:rPr lang="en-US"/>
          </a:br>
          <a:endParaRPr lang="en-US"/>
        </a:p>
      </dgm:t>
    </dgm:pt>
    <dgm:pt modelId="{00A1B9A6-7779-4B3E-B09F-3F54229EF084}" type="parTrans" cxnId="{ED6284CD-0AC3-406B-A15F-334AFC840DF7}">
      <dgm:prSet/>
      <dgm:spPr/>
      <dgm:t>
        <a:bodyPr/>
        <a:lstStyle/>
        <a:p>
          <a:endParaRPr lang="en-US"/>
        </a:p>
      </dgm:t>
    </dgm:pt>
    <dgm:pt modelId="{D074082C-8255-4D82-8A13-D37F0BC05C51}" type="sibTrans" cxnId="{ED6284CD-0AC3-406B-A15F-334AFC840DF7}">
      <dgm:prSet/>
      <dgm:spPr/>
      <dgm:t>
        <a:bodyPr/>
        <a:lstStyle/>
        <a:p>
          <a:endParaRPr lang="en-US"/>
        </a:p>
      </dgm:t>
    </dgm:pt>
    <dgm:pt modelId="{19C9E4A4-8EE3-47F9-9B08-1669529456E4}">
      <dgm:prSet/>
      <dgm:spPr/>
      <dgm:t>
        <a:bodyPr/>
        <a:lstStyle/>
        <a:p>
          <a:r>
            <a:rPr lang="en-US"/>
            <a:t>path cost function</a:t>
          </a:r>
          <a:br>
            <a:rPr lang="en-US"/>
          </a:br>
          <a:br>
            <a:rPr lang="en-US"/>
          </a:br>
          <a:br>
            <a:rPr lang="en-US"/>
          </a:br>
          <a:endParaRPr lang="en-US"/>
        </a:p>
      </dgm:t>
    </dgm:pt>
    <dgm:pt modelId="{DBAB31A2-0910-4460-B377-606817D747C8}" type="parTrans" cxnId="{F05A86F1-764D-4826-88E3-F7EB8E5948CF}">
      <dgm:prSet/>
      <dgm:spPr/>
      <dgm:t>
        <a:bodyPr/>
        <a:lstStyle/>
        <a:p>
          <a:endParaRPr lang="en-US"/>
        </a:p>
      </dgm:t>
    </dgm:pt>
    <dgm:pt modelId="{F7F68397-ECF3-4B12-98CA-756BFD8B0C26}" type="sibTrans" cxnId="{F05A86F1-764D-4826-88E3-F7EB8E5948CF}">
      <dgm:prSet/>
      <dgm:spPr/>
      <dgm:t>
        <a:bodyPr/>
        <a:lstStyle/>
        <a:p>
          <a:endParaRPr lang="en-US"/>
        </a:p>
      </dgm:t>
    </dgm:pt>
    <dgm:pt modelId="{D606C5CB-E9A0-4F28-A08B-81E1C1020E6E}">
      <dgm:prSet/>
      <dgm:spPr/>
      <dgm:t>
        <a:bodyPr/>
        <a:lstStyle/>
        <a:p>
          <a:r>
            <a:rPr lang="en-US"/>
            <a:t>solution: sequence of actions that leads from the initial state to a goal state</a:t>
          </a:r>
          <a:br>
            <a:rPr lang="en-US"/>
          </a:br>
          <a:endParaRPr lang="en-US"/>
        </a:p>
      </dgm:t>
    </dgm:pt>
    <dgm:pt modelId="{E4233311-4989-4E0C-AE72-0787885A685A}" type="parTrans" cxnId="{8F3ACE19-94DB-4C5A-B5CB-94747685A4C7}">
      <dgm:prSet/>
      <dgm:spPr/>
      <dgm:t>
        <a:bodyPr/>
        <a:lstStyle/>
        <a:p>
          <a:endParaRPr lang="en-US"/>
        </a:p>
      </dgm:t>
    </dgm:pt>
    <dgm:pt modelId="{2356B8CE-E9E9-4E87-A437-2244B1AB7D6E}" type="sibTrans" cxnId="{8F3ACE19-94DB-4C5A-B5CB-94747685A4C7}">
      <dgm:prSet/>
      <dgm:spPr/>
      <dgm:t>
        <a:bodyPr/>
        <a:lstStyle/>
        <a:p>
          <a:endParaRPr lang="en-US"/>
        </a:p>
      </dgm:t>
    </dgm:pt>
    <dgm:pt modelId="{A226601E-9AE4-4BCD-AB7E-3BD4395E6F8D}">
      <dgm:prSet/>
      <dgm:spPr/>
      <dgm:t>
        <a:bodyPr/>
        <a:lstStyle/>
        <a:p>
          <a:r>
            <a:rPr lang="en-US"/>
            <a:t>optimal solution: a solution that has the lowest path cost among all solution.</a:t>
          </a:r>
        </a:p>
      </dgm:t>
    </dgm:pt>
    <dgm:pt modelId="{88E683E0-A0A1-43B9-B3D0-D7324D6BA05F}" type="parTrans" cxnId="{EA385590-9809-4572-9149-15E29ED656EA}">
      <dgm:prSet/>
      <dgm:spPr/>
      <dgm:t>
        <a:bodyPr/>
        <a:lstStyle/>
        <a:p>
          <a:endParaRPr lang="en-US"/>
        </a:p>
      </dgm:t>
    </dgm:pt>
    <dgm:pt modelId="{47376D78-8F3D-4F01-AC14-D511278B19A9}" type="sibTrans" cxnId="{EA385590-9809-4572-9149-15E29ED656EA}">
      <dgm:prSet/>
      <dgm:spPr/>
      <dgm:t>
        <a:bodyPr/>
        <a:lstStyle/>
        <a:p>
          <a:endParaRPr lang="en-US"/>
        </a:p>
      </dgm:t>
    </dgm:pt>
    <dgm:pt modelId="{C470E9B8-A1D2-44DC-B500-3B33ED5B6556}" type="pres">
      <dgm:prSet presAssocID="{380D7565-EF2E-4351-894E-15DF6AC0F90F}" presName="Name0" presStyleCnt="0">
        <dgm:presLayoutVars>
          <dgm:dir/>
          <dgm:resizeHandles val="exact"/>
        </dgm:presLayoutVars>
      </dgm:prSet>
      <dgm:spPr/>
    </dgm:pt>
    <dgm:pt modelId="{9B52F8F3-6FD0-482A-B88F-C69F56D68168}" type="pres">
      <dgm:prSet presAssocID="{4D3542D5-05D4-40E4-89AF-AC74DD8193BB}" presName="node" presStyleLbl="node1" presStyleIdx="0" presStyleCnt="7">
        <dgm:presLayoutVars>
          <dgm:bulletEnabled val="1"/>
        </dgm:presLayoutVars>
      </dgm:prSet>
      <dgm:spPr/>
    </dgm:pt>
    <dgm:pt modelId="{8CD9E040-0FA9-4C54-AA67-C1A3939EC356}" type="pres">
      <dgm:prSet presAssocID="{8BEB32B6-4B90-471F-8E51-EF2CC4AA97FE}" presName="sibTrans" presStyleLbl="sibTrans1D1" presStyleIdx="0" presStyleCnt="6"/>
      <dgm:spPr/>
    </dgm:pt>
    <dgm:pt modelId="{6008B601-4D00-4039-8C92-035190521375}" type="pres">
      <dgm:prSet presAssocID="{8BEB32B6-4B90-471F-8E51-EF2CC4AA97FE}" presName="connectorText" presStyleLbl="sibTrans1D1" presStyleIdx="0" presStyleCnt="6"/>
      <dgm:spPr/>
    </dgm:pt>
    <dgm:pt modelId="{A5D85E05-C55E-44AD-8808-B59D875096B0}" type="pres">
      <dgm:prSet presAssocID="{4D672BC3-4AF5-44E0-B81F-BBC0B4B9713B}" presName="node" presStyleLbl="node1" presStyleIdx="1" presStyleCnt="7">
        <dgm:presLayoutVars>
          <dgm:bulletEnabled val="1"/>
        </dgm:presLayoutVars>
      </dgm:prSet>
      <dgm:spPr/>
    </dgm:pt>
    <dgm:pt modelId="{BFFE0DC4-2D2B-413A-9DDD-514F87CAB241}" type="pres">
      <dgm:prSet presAssocID="{CE49CD0E-868C-4F00-9AE9-492A2B3D2686}" presName="sibTrans" presStyleLbl="sibTrans1D1" presStyleIdx="1" presStyleCnt="6"/>
      <dgm:spPr/>
    </dgm:pt>
    <dgm:pt modelId="{41136914-460A-4347-8332-294C0B0A4BC7}" type="pres">
      <dgm:prSet presAssocID="{CE49CD0E-868C-4F00-9AE9-492A2B3D2686}" presName="connectorText" presStyleLbl="sibTrans1D1" presStyleIdx="1" presStyleCnt="6"/>
      <dgm:spPr/>
    </dgm:pt>
    <dgm:pt modelId="{0AD1401E-B9AA-4BAC-90A3-B600A9AFCCD2}" type="pres">
      <dgm:prSet presAssocID="{3C9610C1-8183-498C-B930-285FA78B61E0}" presName="node" presStyleLbl="node1" presStyleIdx="2" presStyleCnt="7">
        <dgm:presLayoutVars>
          <dgm:bulletEnabled val="1"/>
        </dgm:presLayoutVars>
      </dgm:prSet>
      <dgm:spPr/>
    </dgm:pt>
    <dgm:pt modelId="{F058D424-A713-455D-AB56-21EF67BD2601}" type="pres">
      <dgm:prSet presAssocID="{6A490682-7B7F-4B2D-8772-BA67976E7AD3}" presName="sibTrans" presStyleLbl="sibTrans1D1" presStyleIdx="2" presStyleCnt="6"/>
      <dgm:spPr/>
    </dgm:pt>
    <dgm:pt modelId="{2F2B4A56-70B0-4954-8123-158DA7D12FF6}" type="pres">
      <dgm:prSet presAssocID="{6A490682-7B7F-4B2D-8772-BA67976E7AD3}" presName="connectorText" presStyleLbl="sibTrans1D1" presStyleIdx="2" presStyleCnt="6"/>
      <dgm:spPr/>
    </dgm:pt>
    <dgm:pt modelId="{874D9366-E3E7-4FD8-A6B2-3C28BA6DC985}" type="pres">
      <dgm:prSet presAssocID="{FF292340-BC12-467C-A1D3-B4957CB2FEAF}" presName="node" presStyleLbl="node1" presStyleIdx="3" presStyleCnt="7">
        <dgm:presLayoutVars>
          <dgm:bulletEnabled val="1"/>
        </dgm:presLayoutVars>
      </dgm:prSet>
      <dgm:spPr/>
    </dgm:pt>
    <dgm:pt modelId="{25914421-9F07-4940-A245-51451BE0D2CD}" type="pres">
      <dgm:prSet presAssocID="{D074082C-8255-4D82-8A13-D37F0BC05C51}" presName="sibTrans" presStyleLbl="sibTrans1D1" presStyleIdx="3" presStyleCnt="6"/>
      <dgm:spPr/>
    </dgm:pt>
    <dgm:pt modelId="{BA3D4EE2-1F61-4A73-AB27-30AD583CAAD1}" type="pres">
      <dgm:prSet presAssocID="{D074082C-8255-4D82-8A13-D37F0BC05C51}" presName="connectorText" presStyleLbl="sibTrans1D1" presStyleIdx="3" presStyleCnt="6"/>
      <dgm:spPr/>
    </dgm:pt>
    <dgm:pt modelId="{B78A6EC0-E24A-4597-86FD-FEF6452F0E6F}" type="pres">
      <dgm:prSet presAssocID="{19C9E4A4-8EE3-47F9-9B08-1669529456E4}" presName="node" presStyleLbl="node1" presStyleIdx="4" presStyleCnt="7">
        <dgm:presLayoutVars>
          <dgm:bulletEnabled val="1"/>
        </dgm:presLayoutVars>
      </dgm:prSet>
      <dgm:spPr/>
    </dgm:pt>
    <dgm:pt modelId="{14EB9136-EC00-4E96-A5E8-EF866F48F333}" type="pres">
      <dgm:prSet presAssocID="{F7F68397-ECF3-4B12-98CA-756BFD8B0C26}" presName="sibTrans" presStyleLbl="sibTrans1D1" presStyleIdx="4" presStyleCnt="6"/>
      <dgm:spPr/>
    </dgm:pt>
    <dgm:pt modelId="{9BD53107-FCAB-4217-B529-94A575F7FE50}" type="pres">
      <dgm:prSet presAssocID="{F7F68397-ECF3-4B12-98CA-756BFD8B0C26}" presName="connectorText" presStyleLbl="sibTrans1D1" presStyleIdx="4" presStyleCnt="6"/>
      <dgm:spPr/>
    </dgm:pt>
    <dgm:pt modelId="{EBE972CC-53AA-4107-819A-5212BDE1299C}" type="pres">
      <dgm:prSet presAssocID="{D606C5CB-E9A0-4F28-A08B-81E1C1020E6E}" presName="node" presStyleLbl="node1" presStyleIdx="5" presStyleCnt="7">
        <dgm:presLayoutVars>
          <dgm:bulletEnabled val="1"/>
        </dgm:presLayoutVars>
      </dgm:prSet>
      <dgm:spPr/>
    </dgm:pt>
    <dgm:pt modelId="{242475EE-688A-4548-96BE-C8416A7FF3A8}" type="pres">
      <dgm:prSet presAssocID="{2356B8CE-E9E9-4E87-A437-2244B1AB7D6E}" presName="sibTrans" presStyleLbl="sibTrans1D1" presStyleIdx="5" presStyleCnt="6"/>
      <dgm:spPr/>
    </dgm:pt>
    <dgm:pt modelId="{E8ACABC8-B459-4775-930C-FE68B92F9852}" type="pres">
      <dgm:prSet presAssocID="{2356B8CE-E9E9-4E87-A437-2244B1AB7D6E}" presName="connectorText" presStyleLbl="sibTrans1D1" presStyleIdx="5" presStyleCnt="6"/>
      <dgm:spPr/>
    </dgm:pt>
    <dgm:pt modelId="{0472FB8B-E785-43D1-A633-1A8CE7F395EC}" type="pres">
      <dgm:prSet presAssocID="{A226601E-9AE4-4BCD-AB7E-3BD4395E6F8D}" presName="node" presStyleLbl="node1" presStyleIdx="6" presStyleCnt="7">
        <dgm:presLayoutVars>
          <dgm:bulletEnabled val="1"/>
        </dgm:presLayoutVars>
      </dgm:prSet>
      <dgm:spPr/>
    </dgm:pt>
  </dgm:ptLst>
  <dgm:cxnLst>
    <dgm:cxn modelId="{16DB3114-2542-4738-A0CD-D7123702E146}" type="presOf" srcId="{4D3542D5-05D4-40E4-89AF-AC74DD8193BB}" destId="{9B52F8F3-6FD0-482A-B88F-C69F56D68168}" srcOrd="0" destOrd="0" presId="urn:microsoft.com/office/officeart/2016/7/layout/RepeatingBendingProcessNew"/>
    <dgm:cxn modelId="{8F3ACE19-94DB-4C5A-B5CB-94747685A4C7}" srcId="{380D7565-EF2E-4351-894E-15DF6AC0F90F}" destId="{D606C5CB-E9A0-4F28-A08B-81E1C1020E6E}" srcOrd="5" destOrd="0" parTransId="{E4233311-4989-4E0C-AE72-0787885A685A}" sibTransId="{2356B8CE-E9E9-4E87-A437-2244B1AB7D6E}"/>
    <dgm:cxn modelId="{4225871C-249E-4C91-8173-015CDF1A7634}" type="presOf" srcId="{19C9E4A4-8EE3-47F9-9B08-1669529456E4}" destId="{B78A6EC0-E24A-4597-86FD-FEF6452F0E6F}" srcOrd="0" destOrd="0" presId="urn:microsoft.com/office/officeart/2016/7/layout/RepeatingBendingProcessNew"/>
    <dgm:cxn modelId="{FB7F301D-0B2D-4F69-BCE1-CF4110CF3C8D}" type="presOf" srcId="{8BEB32B6-4B90-471F-8E51-EF2CC4AA97FE}" destId="{8CD9E040-0FA9-4C54-AA67-C1A3939EC356}" srcOrd="0" destOrd="0" presId="urn:microsoft.com/office/officeart/2016/7/layout/RepeatingBendingProcessNew"/>
    <dgm:cxn modelId="{2CE58F1F-BFFA-4C52-A9D1-E66C4CB50015}" type="presOf" srcId="{6A490682-7B7F-4B2D-8772-BA67976E7AD3}" destId="{2F2B4A56-70B0-4954-8123-158DA7D12FF6}" srcOrd="1" destOrd="0" presId="urn:microsoft.com/office/officeart/2016/7/layout/RepeatingBendingProcessNew"/>
    <dgm:cxn modelId="{3EAEA22D-99F2-4897-92BC-B590192359EB}" type="presOf" srcId="{2356B8CE-E9E9-4E87-A437-2244B1AB7D6E}" destId="{E8ACABC8-B459-4775-930C-FE68B92F9852}" srcOrd="1" destOrd="0" presId="urn:microsoft.com/office/officeart/2016/7/layout/RepeatingBendingProcessNew"/>
    <dgm:cxn modelId="{D4869B3B-492C-4BA5-BA33-62A5332E23C5}" type="presOf" srcId="{D074082C-8255-4D82-8A13-D37F0BC05C51}" destId="{25914421-9F07-4940-A245-51451BE0D2CD}" srcOrd="0" destOrd="0" presId="urn:microsoft.com/office/officeart/2016/7/layout/RepeatingBendingProcessNew"/>
    <dgm:cxn modelId="{DC79F63C-59A7-406F-9CE5-2D71816EE351}" type="presOf" srcId="{CE49CD0E-868C-4F00-9AE9-492A2B3D2686}" destId="{BFFE0DC4-2D2B-413A-9DDD-514F87CAB241}" srcOrd="0" destOrd="0" presId="urn:microsoft.com/office/officeart/2016/7/layout/RepeatingBendingProcessNew"/>
    <dgm:cxn modelId="{81EFEC67-B12A-4201-B122-63DADD481173}" type="presOf" srcId="{A226601E-9AE4-4BCD-AB7E-3BD4395E6F8D}" destId="{0472FB8B-E785-43D1-A633-1A8CE7F395EC}" srcOrd="0" destOrd="0" presId="urn:microsoft.com/office/officeart/2016/7/layout/RepeatingBendingProcessNew"/>
    <dgm:cxn modelId="{CCDEAB7B-6ADF-4181-BF57-021E364D4D88}" type="presOf" srcId="{F7F68397-ECF3-4B12-98CA-756BFD8B0C26}" destId="{9BD53107-FCAB-4217-B529-94A575F7FE50}" srcOrd="1" destOrd="0" presId="urn:microsoft.com/office/officeart/2016/7/layout/RepeatingBendingProcessNew"/>
    <dgm:cxn modelId="{5CC42B80-1B5C-40AD-9324-8132B3D865DF}" type="presOf" srcId="{F7F68397-ECF3-4B12-98CA-756BFD8B0C26}" destId="{14EB9136-EC00-4E96-A5E8-EF866F48F333}" srcOrd="0" destOrd="0" presId="urn:microsoft.com/office/officeart/2016/7/layout/RepeatingBendingProcessNew"/>
    <dgm:cxn modelId="{CD9D2F86-4994-443B-888B-C72280DC173A}" srcId="{380D7565-EF2E-4351-894E-15DF6AC0F90F}" destId="{3C9610C1-8183-498C-B930-285FA78B61E0}" srcOrd="2" destOrd="0" parTransId="{C7DAAF76-48FD-428C-9446-5FB1D0F0C52F}" sibTransId="{6A490682-7B7F-4B2D-8772-BA67976E7AD3}"/>
    <dgm:cxn modelId="{6B6A0989-048E-4CEB-BDBA-BF076C3005C1}" srcId="{380D7565-EF2E-4351-894E-15DF6AC0F90F}" destId="{4D3542D5-05D4-40E4-89AF-AC74DD8193BB}" srcOrd="0" destOrd="0" parTransId="{54501C35-D414-4FF9-8ABA-1831C4853FE4}" sibTransId="{8BEB32B6-4B90-471F-8E51-EF2CC4AA97FE}"/>
    <dgm:cxn modelId="{A3BD5190-A62C-442B-9E15-D101C68CC62D}" srcId="{380D7565-EF2E-4351-894E-15DF6AC0F90F}" destId="{4D672BC3-4AF5-44E0-B81F-BBC0B4B9713B}" srcOrd="1" destOrd="0" parTransId="{E1E37035-6D1B-4136-9583-F7AF684C2021}" sibTransId="{CE49CD0E-868C-4F00-9AE9-492A2B3D2686}"/>
    <dgm:cxn modelId="{EA385590-9809-4572-9149-15E29ED656EA}" srcId="{380D7565-EF2E-4351-894E-15DF6AC0F90F}" destId="{A226601E-9AE4-4BCD-AB7E-3BD4395E6F8D}" srcOrd="6" destOrd="0" parTransId="{88E683E0-A0A1-43B9-B3D0-D7324D6BA05F}" sibTransId="{47376D78-8F3D-4F01-AC14-D511278B19A9}"/>
    <dgm:cxn modelId="{F80ED294-8C45-46EE-84E9-E7DE2AD3F781}" type="presOf" srcId="{FF292340-BC12-467C-A1D3-B4957CB2FEAF}" destId="{874D9366-E3E7-4FD8-A6B2-3C28BA6DC985}" srcOrd="0" destOrd="0" presId="urn:microsoft.com/office/officeart/2016/7/layout/RepeatingBendingProcessNew"/>
    <dgm:cxn modelId="{43F01BA5-6104-43CC-B477-020B51C98A9A}" type="presOf" srcId="{D606C5CB-E9A0-4F28-A08B-81E1C1020E6E}" destId="{EBE972CC-53AA-4107-819A-5212BDE1299C}" srcOrd="0" destOrd="0" presId="urn:microsoft.com/office/officeart/2016/7/layout/RepeatingBendingProcessNew"/>
    <dgm:cxn modelId="{C6BA51A7-47FB-4620-B0F7-0CD5E0ECA997}" type="presOf" srcId="{3C9610C1-8183-498C-B930-285FA78B61E0}" destId="{0AD1401E-B9AA-4BAC-90A3-B600A9AFCCD2}" srcOrd="0" destOrd="0" presId="urn:microsoft.com/office/officeart/2016/7/layout/RepeatingBendingProcessNew"/>
    <dgm:cxn modelId="{7B46E0AF-FB14-45A2-8140-9544DD132F33}" type="presOf" srcId="{380D7565-EF2E-4351-894E-15DF6AC0F90F}" destId="{C470E9B8-A1D2-44DC-B500-3B33ED5B6556}" srcOrd="0" destOrd="0" presId="urn:microsoft.com/office/officeart/2016/7/layout/RepeatingBendingProcessNew"/>
    <dgm:cxn modelId="{227C19CD-1D81-4C62-B58D-6645C3F233D7}" type="presOf" srcId="{4D672BC3-4AF5-44E0-B81F-BBC0B4B9713B}" destId="{A5D85E05-C55E-44AD-8808-B59D875096B0}" srcOrd="0" destOrd="0" presId="urn:microsoft.com/office/officeart/2016/7/layout/RepeatingBendingProcessNew"/>
    <dgm:cxn modelId="{ED6284CD-0AC3-406B-A15F-334AFC840DF7}" srcId="{380D7565-EF2E-4351-894E-15DF6AC0F90F}" destId="{FF292340-BC12-467C-A1D3-B4957CB2FEAF}" srcOrd="3" destOrd="0" parTransId="{00A1B9A6-7779-4B3E-B09F-3F54229EF084}" sibTransId="{D074082C-8255-4D82-8A13-D37F0BC05C51}"/>
    <dgm:cxn modelId="{6E048ACF-B41B-498F-AE3A-17929FB1B813}" type="presOf" srcId="{8BEB32B6-4B90-471F-8E51-EF2CC4AA97FE}" destId="{6008B601-4D00-4039-8C92-035190521375}" srcOrd="1" destOrd="0" presId="urn:microsoft.com/office/officeart/2016/7/layout/RepeatingBendingProcessNew"/>
    <dgm:cxn modelId="{B3FFFFE3-8E91-4707-B4F4-8801A2AFFBD2}" type="presOf" srcId="{2356B8CE-E9E9-4E87-A437-2244B1AB7D6E}" destId="{242475EE-688A-4548-96BE-C8416A7FF3A8}" srcOrd="0" destOrd="0" presId="urn:microsoft.com/office/officeart/2016/7/layout/RepeatingBendingProcessNew"/>
    <dgm:cxn modelId="{F05A86F1-764D-4826-88E3-F7EB8E5948CF}" srcId="{380D7565-EF2E-4351-894E-15DF6AC0F90F}" destId="{19C9E4A4-8EE3-47F9-9B08-1669529456E4}" srcOrd="4" destOrd="0" parTransId="{DBAB31A2-0910-4460-B377-606817D747C8}" sibTransId="{F7F68397-ECF3-4B12-98CA-756BFD8B0C26}"/>
    <dgm:cxn modelId="{039ECFF5-DEE4-4F41-917C-19E4EE85AC21}" type="presOf" srcId="{D074082C-8255-4D82-8A13-D37F0BC05C51}" destId="{BA3D4EE2-1F61-4A73-AB27-30AD583CAAD1}" srcOrd="1" destOrd="0" presId="urn:microsoft.com/office/officeart/2016/7/layout/RepeatingBendingProcessNew"/>
    <dgm:cxn modelId="{6E3FDEF5-226F-4546-B84A-EE16CAEF22D5}" type="presOf" srcId="{6A490682-7B7F-4B2D-8772-BA67976E7AD3}" destId="{F058D424-A713-455D-AB56-21EF67BD2601}" srcOrd="0" destOrd="0" presId="urn:microsoft.com/office/officeart/2016/7/layout/RepeatingBendingProcessNew"/>
    <dgm:cxn modelId="{20F9AAF6-4D4F-4A17-9D6F-8BDD30EECFEF}" type="presOf" srcId="{CE49CD0E-868C-4F00-9AE9-492A2B3D2686}" destId="{41136914-460A-4347-8332-294C0B0A4BC7}" srcOrd="1" destOrd="0" presId="urn:microsoft.com/office/officeart/2016/7/layout/RepeatingBendingProcessNew"/>
    <dgm:cxn modelId="{53BAE1F8-2253-44A0-91CD-CF39396936CF}" type="presParOf" srcId="{C470E9B8-A1D2-44DC-B500-3B33ED5B6556}" destId="{9B52F8F3-6FD0-482A-B88F-C69F56D68168}" srcOrd="0" destOrd="0" presId="urn:microsoft.com/office/officeart/2016/7/layout/RepeatingBendingProcessNew"/>
    <dgm:cxn modelId="{020C13FF-A5F7-43ED-BE8B-9A0DA70FDB6E}" type="presParOf" srcId="{C470E9B8-A1D2-44DC-B500-3B33ED5B6556}" destId="{8CD9E040-0FA9-4C54-AA67-C1A3939EC356}" srcOrd="1" destOrd="0" presId="urn:microsoft.com/office/officeart/2016/7/layout/RepeatingBendingProcessNew"/>
    <dgm:cxn modelId="{2DD9E49D-9E33-4F16-8A18-03318A34C1F4}" type="presParOf" srcId="{8CD9E040-0FA9-4C54-AA67-C1A3939EC356}" destId="{6008B601-4D00-4039-8C92-035190521375}" srcOrd="0" destOrd="0" presId="urn:microsoft.com/office/officeart/2016/7/layout/RepeatingBendingProcessNew"/>
    <dgm:cxn modelId="{F612175D-3822-4893-8C43-5FD220B5D987}" type="presParOf" srcId="{C470E9B8-A1D2-44DC-B500-3B33ED5B6556}" destId="{A5D85E05-C55E-44AD-8808-B59D875096B0}" srcOrd="2" destOrd="0" presId="urn:microsoft.com/office/officeart/2016/7/layout/RepeatingBendingProcessNew"/>
    <dgm:cxn modelId="{A3935A16-B4AD-4260-A49D-48A0F37EFE05}" type="presParOf" srcId="{C470E9B8-A1D2-44DC-B500-3B33ED5B6556}" destId="{BFFE0DC4-2D2B-413A-9DDD-514F87CAB241}" srcOrd="3" destOrd="0" presId="urn:microsoft.com/office/officeart/2016/7/layout/RepeatingBendingProcessNew"/>
    <dgm:cxn modelId="{32599A73-8865-47F8-A6CE-4B921005A9C9}" type="presParOf" srcId="{BFFE0DC4-2D2B-413A-9DDD-514F87CAB241}" destId="{41136914-460A-4347-8332-294C0B0A4BC7}" srcOrd="0" destOrd="0" presId="urn:microsoft.com/office/officeart/2016/7/layout/RepeatingBendingProcessNew"/>
    <dgm:cxn modelId="{FD0E61C4-8FE6-4840-B5A3-B0EE41720073}" type="presParOf" srcId="{C470E9B8-A1D2-44DC-B500-3B33ED5B6556}" destId="{0AD1401E-B9AA-4BAC-90A3-B600A9AFCCD2}" srcOrd="4" destOrd="0" presId="urn:microsoft.com/office/officeart/2016/7/layout/RepeatingBendingProcessNew"/>
    <dgm:cxn modelId="{9D826ACB-B101-420E-ADBF-161E9947DE70}" type="presParOf" srcId="{C470E9B8-A1D2-44DC-B500-3B33ED5B6556}" destId="{F058D424-A713-455D-AB56-21EF67BD2601}" srcOrd="5" destOrd="0" presId="urn:microsoft.com/office/officeart/2016/7/layout/RepeatingBendingProcessNew"/>
    <dgm:cxn modelId="{D852D728-D86D-4799-9095-28D7AC8D60F0}" type="presParOf" srcId="{F058D424-A713-455D-AB56-21EF67BD2601}" destId="{2F2B4A56-70B0-4954-8123-158DA7D12FF6}" srcOrd="0" destOrd="0" presId="urn:microsoft.com/office/officeart/2016/7/layout/RepeatingBendingProcessNew"/>
    <dgm:cxn modelId="{41088998-775D-43C5-83C2-5BD3F2330F8B}" type="presParOf" srcId="{C470E9B8-A1D2-44DC-B500-3B33ED5B6556}" destId="{874D9366-E3E7-4FD8-A6B2-3C28BA6DC985}" srcOrd="6" destOrd="0" presId="urn:microsoft.com/office/officeart/2016/7/layout/RepeatingBendingProcessNew"/>
    <dgm:cxn modelId="{19DA5C7D-BF6B-4E7E-943B-8F01D6A78392}" type="presParOf" srcId="{C470E9B8-A1D2-44DC-B500-3B33ED5B6556}" destId="{25914421-9F07-4940-A245-51451BE0D2CD}" srcOrd="7" destOrd="0" presId="urn:microsoft.com/office/officeart/2016/7/layout/RepeatingBendingProcessNew"/>
    <dgm:cxn modelId="{0105D4A3-F1C2-434F-981F-B309E77E34FE}" type="presParOf" srcId="{25914421-9F07-4940-A245-51451BE0D2CD}" destId="{BA3D4EE2-1F61-4A73-AB27-30AD583CAAD1}" srcOrd="0" destOrd="0" presId="urn:microsoft.com/office/officeart/2016/7/layout/RepeatingBendingProcessNew"/>
    <dgm:cxn modelId="{CBE42BA3-BCB7-4866-B373-EA545798CA74}" type="presParOf" srcId="{C470E9B8-A1D2-44DC-B500-3B33ED5B6556}" destId="{B78A6EC0-E24A-4597-86FD-FEF6452F0E6F}" srcOrd="8" destOrd="0" presId="urn:microsoft.com/office/officeart/2016/7/layout/RepeatingBendingProcessNew"/>
    <dgm:cxn modelId="{8F2F735D-46C9-4802-9D48-69E1E262EA3B}" type="presParOf" srcId="{C470E9B8-A1D2-44DC-B500-3B33ED5B6556}" destId="{14EB9136-EC00-4E96-A5E8-EF866F48F333}" srcOrd="9" destOrd="0" presId="urn:microsoft.com/office/officeart/2016/7/layout/RepeatingBendingProcessNew"/>
    <dgm:cxn modelId="{F7A0079B-7947-41AC-BD55-D32B4764C9B2}" type="presParOf" srcId="{14EB9136-EC00-4E96-A5E8-EF866F48F333}" destId="{9BD53107-FCAB-4217-B529-94A575F7FE50}" srcOrd="0" destOrd="0" presId="urn:microsoft.com/office/officeart/2016/7/layout/RepeatingBendingProcessNew"/>
    <dgm:cxn modelId="{89FA3CEC-774D-4218-BD31-F51C238C1BCB}" type="presParOf" srcId="{C470E9B8-A1D2-44DC-B500-3B33ED5B6556}" destId="{EBE972CC-53AA-4107-819A-5212BDE1299C}" srcOrd="10" destOrd="0" presId="urn:microsoft.com/office/officeart/2016/7/layout/RepeatingBendingProcessNew"/>
    <dgm:cxn modelId="{4F7BB827-8B31-45F1-97AC-DE1C789F5219}" type="presParOf" srcId="{C470E9B8-A1D2-44DC-B500-3B33ED5B6556}" destId="{242475EE-688A-4548-96BE-C8416A7FF3A8}" srcOrd="11" destOrd="0" presId="urn:microsoft.com/office/officeart/2016/7/layout/RepeatingBendingProcessNew"/>
    <dgm:cxn modelId="{7EDD0BD7-34EC-444F-B9BB-AA99B9894C3C}" type="presParOf" srcId="{242475EE-688A-4548-96BE-C8416A7FF3A8}" destId="{E8ACABC8-B459-4775-930C-FE68B92F9852}" srcOrd="0" destOrd="0" presId="urn:microsoft.com/office/officeart/2016/7/layout/RepeatingBendingProcessNew"/>
    <dgm:cxn modelId="{39FDF07D-4D35-4D8A-B261-0EC932C6B91C}" type="presParOf" srcId="{C470E9B8-A1D2-44DC-B500-3B33ED5B6556}" destId="{0472FB8B-E785-43D1-A633-1A8CE7F395EC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9E040-0FA9-4C54-AA67-C1A3939EC356}">
      <dsp:nvSpPr>
        <dsp:cNvPr id="0" name=""/>
        <dsp:cNvSpPr/>
      </dsp:nvSpPr>
      <dsp:spPr>
        <a:xfrm>
          <a:off x="1810526" y="1206378"/>
          <a:ext cx="3851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513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2698" y="1250019"/>
        <a:ext cx="20786" cy="4157"/>
      </dsp:txXfrm>
    </dsp:sp>
    <dsp:sp modelId="{9B52F8F3-6FD0-482A-B88F-C69F56D68168}">
      <dsp:nvSpPr>
        <dsp:cNvPr id="0" name=""/>
        <dsp:cNvSpPr/>
      </dsp:nvSpPr>
      <dsp:spPr>
        <a:xfrm>
          <a:off x="4801" y="709840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initial state</a:t>
          </a:r>
          <a:br>
            <a:rPr lang="en-US" sz="1200" kern="1200"/>
          </a:br>
          <a:endParaRPr lang="en-US" sz="1200" kern="1200"/>
        </a:p>
      </dsp:txBody>
      <dsp:txXfrm>
        <a:off x="4801" y="709840"/>
        <a:ext cx="1807525" cy="1084515"/>
      </dsp:txXfrm>
    </dsp:sp>
    <dsp:sp modelId="{BFFE0DC4-2D2B-413A-9DDD-514F87CAB241}">
      <dsp:nvSpPr>
        <dsp:cNvPr id="0" name=""/>
        <dsp:cNvSpPr/>
      </dsp:nvSpPr>
      <dsp:spPr>
        <a:xfrm>
          <a:off x="4033782" y="1206378"/>
          <a:ext cx="3851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513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15954" y="1250019"/>
        <a:ext cx="20786" cy="4157"/>
      </dsp:txXfrm>
    </dsp:sp>
    <dsp:sp modelId="{A5D85E05-C55E-44AD-8808-B59D875096B0}">
      <dsp:nvSpPr>
        <dsp:cNvPr id="0" name=""/>
        <dsp:cNvSpPr/>
      </dsp:nvSpPr>
      <dsp:spPr>
        <a:xfrm>
          <a:off x="2228057" y="709840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action</a:t>
          </a:r>
          <a:br>
            <a:rPr lang="en-US" sz="1200" kern="1200"/>
          </a:br>
          <a:endParaRPr lang="en-US" sz="1200" kern="1200"/>
        </a:p>
      </dsp:txBody>
      <dsp:txXfrm>
        <a:off x="2228057" y="709840"/>
        <a:ext cx="1807525" cy="1084515"/>
      </dsp:txXfrm>
    </dsp:sp>
    <dsp:sp modelId="{F058D424-A713-455D-AB56-21EF67BD2601}">
      <dsp:nvSpPr>
        <dsp:cNvPr id="0" name=""/>
        <dsp:cNvSpPr/>
      </dsp:nvSpPr>
      <dsp:spPr>
        <a:xfrm>
          <a:off x="908564" y="1792555"/>
          <a:ext cx="4446511" cy="385130"/>
        </a:xfrm>
        <a:custGeom>
          <a:avLst/>
          <a:gdLst/>
          <a:ahLst/>
          <a:cxnLst/>
          <a:rect l="0" t="0" r="0" b="0"/>
          <a:pathLst>
            <a:path>
              <a:moveTo>
                <a:pt x="4446511" y="0"/>
              </a:moveTo>
              <a:lnTo>
                <a:pt x="4446511" y="209665"/>
              </a:lnTo>
              <a:lnTo>
                <a:pt x="0" y="209665"/>
              </a:lnTo>
              <a:lnTo>
                <a:pt x="0" y="38513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0172" y="1983042"/>
        <a:ext cx="223295" cy="4157"/>
      </dsp:txXfrm>
    </dsp:sp>
    <dsp:sp modelId="{0AD1401E-B9AA-4BAC-90A3-B600A9AFCCD2}">
      <dsp:nvSpPr>
        <dsp:cNvPr id="0" name=""/>
        <dsp:cNvSpPr/>
      </dsp:nvSpPr>
      <dsp:spPr>
        <a:xfrm>
          <a:off x="4451313" y="709840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transition model</a:t>
          </a:r>
          <a:br>
            <a:rPr lang="en-US" sz="1200" kern="1200"/>
          </a:br>
          <a:endParaRPr lang="en-US" sz="1200" kern="1200"/>
        </a:p>
      </dsp:txBody>
      <dsp:txXfrm>
        <a:off x="4451313" y="709840"/>
        <a:ext cx="1807525" cy="1084515"/>
      </dsp:txXfrm>
    </dsp:sp>
    <dsp:sp modelId="{25914421-9F07-4940-A245-51451BE0D2CD}">
      <dsp:nvSpPr>
        <dsp:cNvPr id="0" name=""/>
        <dsp:cNvSpPr/>
      </dsp:nvSpPr>
      <dsp:spPr>
        <a:xfrm>
          <a:off x="1810526" y="2706624"/>
          <a:ext cx="3851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513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2698" y="2750265"/>
        <a:ext cx="20786" cy="4157"/>
      </dsp:txXfrm>
    </dsp:sp>
    <dsp:sp modelId="{874D9366-E3E7-4FD8-A6B2-3C28BA6DC985}">
      <dsp:nvSpPr>
        <dsp:cNvPr id="0" name=""/>
        <dsp:cNvSpPr/>
      </dsp:nvSpPr>
      <dsp:spPr>
        <a:xfrm>
          <a:off x="4801" y="2210086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goal test</a:t>
          </a:r>
          <a:br>
            <a:rPr lang="en-US" sz="1200" kern="1200"/>
          </a:br>
          <a:endParaRPr lang="en-US" sz="1200" kern="1200"/>
        </a:p>
      </dsp:txBody>
      <dsp:txXfrm>
        <a:off x="4801" y="2210086"/>
        <a:ext cx="1807525" cy="1084515"/>
      </dsp:txXfrm>
    </dsp:sp>
    <dsp:sp modelId="{14EB9136-EC00-4E96-A5E8-EF866F48F333}">
      <dsp:nvSpPr>
        <dsp:cNvPr id="0" name=""/>
        <dsp:cNvSpPr/>
      </dsp:nvSpPr>
      <dsp:spPr>
        <a:xfrm>
          <a:off x="4033782" y="2706624"/>
          <a:ext cx="3851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513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15954" y="2750265"/>
        <a:ext cx="20786" cy="4157"/>
      </dsp:txXfrm>
    </dsp:sp>
    <dsp:sp modelId="{B78A6EC0-E24A-4597-86FD-FEF6452F0E6F}">
      <dsp:nvSpPr>
        <dsp:cNvPr id="0" name=""/>
        <dsp:cNvSpPr/>
      </dsp:nvSpPr>
      <dsp:spPr>
        <a:xfrm>
          <a:off x="2228057" y="2210086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path cost function</a:t>
          </a:r>
          <a:br>
            <a:rPr lang="en-US" sz="1200" kern="1200"/>
          </a:br>
          <a:br>
            <a:rPr lang="en-US" sz="1200" kern="1200"/>
          </a:br>
          <a:br>
            <a:rPr lang="en-US" sz="1200" kern="1200"/>
          </a:br>
          <a:endParaRPr lang="en-US" sz="1200" kern="1200"/>
        </a:p>
      </dsp:txBody>
      <dsp:txXfrm>
        <a:off x="2228057" y="2210086"/>
        <a:ext cx="1807525" cy="1084515"/>
      </dsp:txXfrm>
    </dsp:sp>
    <dsp:sp modelId="{242475EE-688A-4548-96BE-C8416A7FF3A8}">
      <dsp:nvSpPr>
        <dsp:cNvPr id="0" name=""/>
        <dsp:cNvSpPr/>
      </dsp:nvSpPr>
      <dsp:spPr>
        <a:xfrm>
          <a:off x="908564" y="3292801"/>
          <a:ext cx="4446511" cy="385130"/>
        </a:xfrm>
        <a:custGeom>
          <a:avLst/>
          <a:gdLst/>
          <a:ahLst/>
          <a:cxnLst/>
          <a:rect l="0" t="0" r="0" b="0"/>
          <a:pathLst>
            <a:path>
              <a:moveTo>
                <a:pt x="4446511" y="0"/>
              </a:moveTo>
              <a:lnTo>
                <a:pt x="4446511" y="209665"/>
              </a:lnTo>
              <a:lnTo>
                <a:pt x="0" y="209665"/>
              </a:lnTo>
              <a:lnTo>
                <a:pt x="0" y="38513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0172" y="3483288"/>
        <a:ext cx="223295" cy="4157"/>
      </dsp:txXfrm>
    </dsp:sp>
    <dsp:sp modelId="{EBE972CC-53AA-4107-819A-5212BDE1299C}">
      <dsp:nvSpPr>
        <dsp:cNvPr id="0" name=""/>
        <dsp:cNvSpPr/>
      </dsp:nvSpPr>
      <dsp:spPr>
        <a:xfrm>
          <a:off x="4451313" y="2210086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solution: sequence of actions that leads from the initial state to a goal state</a:t>
          </a:r>
          <a:br>
            <a:rPr lang="en-US" sz="1200" kern="1200"/>
          </a:br>
          <a:endParaRPr lang="en-US" sz="1200" kern="1200"/>
        </a:p>
      </dsp:txBody>
      <dsp:txXfrm>
        <a:off x="4451313" y="2210086"/>
        <a:ext cx="1807525" cy="1084515"/>
      </dsp:txXfrm>
    </dsp:sp>
    <dsp:sp modelId="{0472FB8B-E785-43D1-A633-1A8CE7F395EC}">
      <dsp:nvSpPr>
        <dsp:cNvPr id="0" name=""/>
        <dsp:cNvSpPr/>
      </dsp:nvSpPr>
      <dsp:spPr>
        <a:xfrm>
          <a:off x="4801" y="3710332"/>
          <a:ext cx="1807525" cy="10845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70" tIns="92970" rIns="88570" bIns="929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optimal solution: a solution that has the lowest path cost among all solution.</a:t>
          </a:r>
        </a:p>
      </dsp:txBody>
      <dsp:txXfrm>
        <a:off x="4801" y="3710332"/>
        <a:ext cx="1807525" cy="1084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6F19-AB20-DE4B-5FEB-CAE990BEA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5FBBB-6210-1C13-88E4-673D5ED18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8F05-3308-8A10-FBD4-76A58D18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916D-D87D-3224-E808-D2CAF119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3FFE7-9605-5C38-FD90-888AF558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6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8EEB-E403-DC7F-FBC1-B2F8F7B4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81E2-47DB-2790-DA1E-E901993F4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220C3-1378-2215-E6C4-CB77966B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E9AD1-90CD-ED95-50AA-FCBAB2D6C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F73D-5306-9286-9F88-906B03F8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9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418C-DB54-7ED1-8802-3D47E8A6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DAC84-BEAD-E221-8936-9BB4E2D0F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B583-9668-BB7F-551D-7F28FCFF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3D92-3A13-68AA-5506-281C8562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ADFCE-D1EC-7FBF-0F08-D322A5D1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3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E386-6DA8-EBCE-1BEC-B2495BDE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F2A1C-585E-E29D-2D5C-8CCB70253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DBD46-FC87-A85F-90E9-73BF58971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0519F-04C7-5C0C-B4FE-20390261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F9DB7-162E-D643-E600-84644B9D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FF2A4-8A96-F34A-E242-405802A8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1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E6BB-678E-FE67-A9EE-FD1B5FA9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61F02-550E-B4DC-FFE6-299B73BBB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DE97E-0869-A2AE-A658-935E41CE4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7A94A-C5BF-FC89-3062-6282D0A72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13FA1-6563-8C9C-F2B9-5E04E844C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3799D-C939-A52E-36C6-493DA5AB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3B624-26E2-9150-A578-CFFA8C41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277B4-A7E8-AE64-DA58-9FFA76CB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4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6065-0B42-E530-FC68-34A0BFB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C47C0-FCDA-7F9A-E5E1-EE67053B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54E8B-39BA-3CBA-F503-A7ED0E59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C0F5-7421-A983-108A-CE436A68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9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87E7E-6FD7-971F-DB91-D66F5D2B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D2D2D-E493-4D57-E4B0-057EF407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36D6F-439A-2C7C-4817-4531CD07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3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00DE-CE0D-0629-A175-C2AF864C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CBBF9-564C-95D3-EF52-ADFBE57EE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B1547-2858-D45F-13A5-85020D477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70794-B338-16A9-3B76-EA6C5360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CB84E-6936-6479-9D19-F3E7F0FC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2D10F-D97B-38D3-E64D-098AA5DA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4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4C34-F9CE-8283-BB25-082E571F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F00F8-9358-B5CE-60F6-8F569B574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B16A9-0E9C-833C-DC47-3E8A0E44B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DFB32-B034-CD8F-FBDC-3ECDF173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44730-BCCC-67AC-F173-1BC27902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7EB2D-883A-7D6A-B8E5-C02D9C21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2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472B-F55D-D28D-D3A1-436DAB4E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21866-4DEA-0D6B-ADC4-D16594A16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1BD7-20CE-FF16-C9D9-2510642A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10799-73B4-ECB9-C197-DD24FA80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518B0-1BD5-8F2A-E7DC-0B9225C4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3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5525E-A616-FDF4-9790-6A8824D1E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937E4-C1D3-1F5A-33F1-FC3C9D62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85E56-06D6-2BEF-67EE-B203CC10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98565-5BFB-E364-6931-80649D23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A87C1-6BBF-30BF-42FD-8EE84548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7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BE0E9-6AD0-6110-AC11-6BFDF2C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92D7-0258-6909-85CB-B3B147C5B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3B68-EDDA-B2A0-F748-CC85C71DE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16A25-D787-456F-9EEF-1816C2C58BA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6344B-D8FC-E82F-066C-50AEF9325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D2837-9FD5-D2C1-CECD-3E0FC5CD8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BF81C-76BC-4F94-9309-76A4A7436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0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4384A-B905-8792-5F24-DCB957D3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72732094-5603-EDE5-C687-2762DB920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63" b="-1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8715D-48CE-6FA8-881E-31AC849B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62400"/>
            <a:ext cx="5505814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Search Algorithms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07C8-0732-4778-75AE-7CDCCE7A6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650" y="5709565"/>
            <a:ext cx="5395975" cy="64678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Lecture 1: 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Understanding how AI finds solutions to problems"</a:t>
            </a:r>
          </a:p>
        </p:txBody>
      </p:sp>
      <p:pic>
        <p:nvPicPr>
          <p:cNvPr id="14" name="Picture 13" descr="Robot operating a machine">
            <a:extLst>
              <a:ext uri="{FF2B5EF4-FFF2-40B4-BE49-F238E27FC236}">
                <a16:creationId xmlns:a16="http://schemas.microsoft.com/office/drawing/2014/main" id="{E977EB68-4D7A-5411-8E88-85AA81B4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0" r="4718" b="-4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3117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E3927-C03A-367B-6A64-505FC88B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What is 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46A1-E320-7C7F-1458-972740B6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2000"/>
              <a:t>Search is the process of finding a sequence of actions</a:t>
            </a:r>
          </a:p>
          <a:p>
            <a:r>
              <a:rPr lang="en-US" sz="2000"/>
              <a:t>Moves an agent from an initial state to a goal state</a:t>
            </a:r>
          </a:p>
        </p:txBody>
      </p:sp>
      <p:pic>
        <p:nvPicPr>
          <p:cNvPr id="4" name="Picture 3" descr="Robot operating a machine">
            <a:extLst>
              <a:ext uri="{FF2B5EF4-FFF2-40B4-BE49-F238E27FC236}">
                <a16:creationId xmlns:a16="http://schemas.microsoft.com/office/drawing/2014/main" id="{BE98A8EA-AB85-753F-DFE8-1679450C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4" r="16276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5662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21E70-AA3F-2934-0003-562C2BA9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of 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63A1C-171B-0CBA-1D14-EDC168296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Puzzle (Sliding Tiles)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C977B8-B115-C3ED-60D0-F975A5EB9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6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EF859-E597-51B6-1B30-8204E5E28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CB5B9-65BA-3844-EAE2-5A4B9E31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of 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8861-2E7D-D8C1-6E66-BC6B73F83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293" y="3703250"/>
            <a:ext cx="2435507" cy="1122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Maze Navigation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DB3CD-095F-604E-33BA-52B9ECE8B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558" y="1661786"/>
            <a:ext cx="5604636" cy="351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6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A8F9F-D0F7-CCAE-DD96-C50C8B0A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113CC-1FB2-4283-465D-C0153AD1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Examples of 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A283-C205-682F-AD66-05741B8E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Determining driving directions (e.g., Google Maps)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286B403A-2C84-535E-9D6A-2BA73DFB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7025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D89C4-2569-D0E5-5F8E-2222D0DD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8DD21-DA0D-8679-6C0D-EEB7E3ABF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Agent and Environment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98681-265A-45FD-407E-045D3275C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700"/>
              <a:t>Agent is an entity that perceive its environment and acts upon that environment.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Examples:</a:t>
            </a:r>
          </a:p>
          <a:p>
            <a:pPr lvl="1"/>
            <a:r>
              <a:rPr lang="en-US" sz="1700"/>
              <a:t>A self-driving car navigating roads</a:t>
            </a:r>
          </a:p>
          <a:p>
            <a:pPr lvl="1"/>
            <a:r>
              <a:rPr lang="en-US" sz="1700"/>
              <a:t>A player (human or AI) solving a puzzle</a:t>
            </a:r>
          </a:p>
          <a:p>
            <a:pPr lvl="1"/>
            <a:r>
              <a:rPr lang="en-US" sz="1700"/>
              <a:t>A navigation system calculating driving directions</a:t>
            </a:r>
          </a:p>
          <a:p>
            <a:endParaRPr lang="en-US" sz="1700"/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804968D7-0197-B9E8-33A3-DD97C2CE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14" r="1613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698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94156-FF8D-305F-C98D-78455612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0F783-AED6-40DA-153D-D29E513B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5600"/>
              <a:t>Environment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CD9C-3346-84BA-C864-3493492B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environment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is the setting in which the agent operates.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Examples: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puzzle board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maze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road network for navigation</a:t>
            </a:r>
          </a:p>
        </p:txBody>
      </p:sp>
      <p:pic>
        <p:nvPicPr>
          <p:cNvPr id="7" name="Graphic 6" descr="Maze">
            <a:extLst>
              <a:ext uri="{FF2B5EF4-FFF2-40B4-BE49-F238E27FC236}">
                <a16:creationId xmlns:a16="http://schemas.microsoft.com/office/drawing/2014/main" id="{793BE9D8-3869-CD5F-07A2-094B7349C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1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9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38E32-6C96-EA92-E7CE-06316C3E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965AF-1E17-0143-912D-E1B32156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State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8EEE-F891-8B10-17ED-5235ADCE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A configuration of the agent and environment</a:t>
            </a:r>
          </a:p>
          <a:p>
            <a:r>
              <a:rPr lang="en-US" sz="2000"/>
              <a:t>Each puzzle arrangement or location is a state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73129-9B0D-70CA-E9EA-63BE01B4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1564B-9471-BC5F-7B38-C78FEAD8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4AD1E-B27C-9C8F-B1A5-8684123D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Initial 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E5E9-3A2D-8720-C801-CACAFCFA7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The </a:t>
            </a:r>
            <a:r>
              <a:rPr lang="en-US" sz="1800" b="1"/>
              <a:t>initial state</a:t>
            </a:r>
            <a:r>
              <a:rPr lang="en-US" sz="1800"/>
              <a:t> is the starting configuration from which the agent begins solving the problem.</a:t>
            </a:r>
          </a:p>
          <a:p>
            <a:r>
              <a:rPr lang="en-US" sz="1800"/>
              <a:t>Example:</a:t>
            </a:r>
          </a:p>
          <a:p>
            <a:r>
              <a:rPr lang="en-US" sz="1800"/>
              <a:t>A scrambled 15-puzzle board</a:t>
            </a:r>
          </a:p>
          <a:p>
            <a:r>
              <a:rPr lang="en-US" sz="1800"/>
              <a:t>The starting location of a car</a:t>
            </a:r>
          </a:p>
          <a:p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64E7E-F31E-FD1C-B706-66B518182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76" y="650494"/>
            <a:ext cx="5324142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9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52ED8-979C-9915-0FAA-B834A595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D2390-9EE8-728F-4657-DC940F67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Actions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87CC5-9310-73C6-4D67-D3C6E3BAD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Actions are the set of possible moves the agent can perform in a given state.</a:t>
            </a:r>
          </a:p>
          <a:p>
            <a:endParaRPr lang="en-US" sz="2000"/>
          </a:p>
          <a:p>
            <a:r>
              <a:rPr lang="en-US" sz="2000" b="1"/>
              <a:t>Actions(s)</a:t>
            </a:r>
            <a:r>
              <a:rPr lang="en-US" sz="2000"/>
              <a:t> → Returns all possible actions available in state </a:t>
            </a:r>
            <a:r>
              <a:rPr lang="en-US" sz="2000" i="1"/>
              <a:t>s</a:t>
            </a:r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2B837-310D-9EBB-26D2-3D15B616E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6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D3DEB-763E-DE47-C5AC-C3C9739E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74E38-291B-5185-D2AC-0DFDC7A2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Transition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28B4-3268-F9DB-3952-AC703BF46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/>
              <a:t>A description of what state results from performing any applicable action in any state.</a:t>
            </a:r>
          </a:p>
          <a:p>
            <a:r>
              <a:rPr lang="en-US" sz="1800"/>
              <a:t>Result(s, a) → New State"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32A20-D64A-FFC9-7D50-13B0CF062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429" y="841905"/>
            <a:ext cx="2317178" cy="2317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6B8AA8-84BC-A7BC-5B77-8C553AD3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29" y="3703659"/>
            <a:ext cx="2317178" cy="231717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0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31831-539D-927B-A878-449B9A0C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E72BF-273F-9D45-CF36-92605835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State 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AA5B-196A-DA2C-B953-CC3D2AC0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The set of all states reachable from the initial state by any sequence of actions.</a:t>
            </a:r>
          </a:p>
          <a:p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097253-2F45-7B62-AC90-F013081112C7}"/>
              </a:ext>
            </a:extLst>
          </p:cNvPr>
          <p:cNvGrpSpPr/>
          <p:nvPr/>
        </p:nvGrpSpPr>
        <p:grpSpPr>
          <a:xfrm>
            <a:off x="6239868" y="650494"/>
            <a:ext cx="5123758" cy="5324143"/>
            <a:chOff x="2512874" y="921399"/>
            <a:chExt cx="5630462" cy="52425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7470AF-2F6A-750D-D9F4-357822FBE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063" y="921399"/>
              <a:ext cx="2329565" cy="2329565"/>
            </a:xfrm>
            <a:custGeom>
              <a:avLst/>
              <a:gdLst/>
              <a:ahLst/>
              <a:cxnLst/>
              <a:rect l="l" t="t" r="r" b="b"/>
              <a:pathLst>
                <a:path w="4777381" h="5643794">
                  <a:moveTo>
                    <a:pt x="143704" y="0"/>
                  </a:moveTo>
                  <a:lnTo>
                    <a:pt x="4633677" y="0"/>
                  </a:lnTo>
                  <a:cubicBezTo>
                    <a:pt x="4713043" y="0"/>
                    <a:pt x="4777381" y="64338"/>
                    <a:pt x="4777381" y="143704"/>
                  </a:cubicBezTo>
                  <a:lnTo>
                    <a:pt x="4777381" y="5500090"/>
                  </a:lnTo>
                  <a:cubicBezTo>
                    <a:pt x="4777381" y="5579456"/>
                    <a:pt x="4713043" y="5643794"/>
                    <a:pt x="4633677" y="5643794"/>
                  </a:cubicBezTo>
                  <a:lnTo>
                    <a:pt x="143704" y="5643794"/>
                  </a:lnTo>
                  <a:cubicBezTo>
                    <a:pt x="64338" y="5643794"/>
                    <a:pt x="0" y="5579456"/>
                    <a:pt x="0" y="5500090"/>
                  </a:cubicBezTo>
                  <a:lnTo>
                    <a:pt x="0" y="143704"/>
                  </a:lnTo>
                  <a:cubicBezTo>
                    <a:pt x="0" y="64338"/>
                    <a:pt x="64338" y="0"/>
                    <a:pt x="143704" y="0"/>
                  </a:cubicBezTo>
                  <a:close/>
                </a:path>
              </a:pathLst>
            </a:cu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AF90DEC-0286-713C-005C-1FE444E65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3985" y="3797250"/>
              <a:ext cx="2139351" cy="213935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CD8662-593F-2FAA-D5B6-7BA2568BF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2874" y="3805437"/>
              <a:ext cx="2358462" cy="2358462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DF5EAC8-89B3-09E8-4BAB-115E254A3802}"/>
                </a:ext>
              </a:extLst>
            </p:cNvPr>
            <p:cNvCxnSpPr/>
            <p:nvPr/>
          </p:nvCxnSpPr>
          <p:spPr>
            <a:xfrm>
              <a:off x="5788325" y="3312543"/>
              <a:ext cx="672860" cy="4847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F5F71C1-8A75-B6E0-5FB6-984F387FD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2657" y="3281753"/>
              <a:ext cx="523623" cy="5154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12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7C0B8-C100-8589-4FAE-DCA9B3921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D139D-CB92-9E7E-1E4E-8DD9616D7899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 Space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A97A21-2824-DE8D-E350-D944EF7A7B30}"/>
              </a:ext>
            </a:extLst>
          </p:cNvPr>
          <p:cNvGrpSpPr/>
          <p:nvPr/>
        </p:nvGrpSpPr>
        <p:grpSpPr>
          <a:xfrm>
            <a:off x="4648018" y="1581704"/>
            <a:ext cx="6900515" cy="3654379"/>
            <a:chOff x="239534" y="642198"/>
            <a:chExt cx="8683805" cy="45987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3A3EF3-F8FD-39E1-DADE-C6DDF426F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5425" y="642198"/>
              <a:ext cx="1073150" cy="10731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689A2F-E2EB-15C0-FB46-721181547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7586" y="2483756"/>
              <a:ext cx="1041400" cy="10414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560646F-21B4-ACDA-5B8D-A3864020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7069" y="2472008"/>
              <a:ext cx="1064895" cy="106489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3717DCA-11AD-F952-646D-3984073BC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534" y="4223702"/>
              <a:ext cx="1001395" cy="100139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8B2DB62-5CB4-14D8-55E4-E2E83373C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18155" y="4193991"/>
              <a:ext cx="1017270" cy="101727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8CE6C87-4460-4461-C470-8F974CAA8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08575" y="4216082"/>
              <a:ext cx="1009015" cy="100901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6934F8-1242-D818-FCFF-6E153EC22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06069" y="4223702"/>
              <a:ext cx="1017270" cy="1017270"/>
            </a:xfrm>
            <a:prstGeom prst="rect">
              <a:avLst/>
            </a:prstGeom>
          </p:spPr>
        </p:pic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1B1DF59C-3C43-7184-4E3F-55C1ECB9182D}"/>
                </a:ext>
              </a:extLst>
            </p:cNvPr>
            <p:cNvCxnSpPr>
              <a:stCxn id="14" idx="0"/>
              <a:endCxn id="6" idx="1"/>
            </p:cNvCxnSpPr>
            <p:nvPr/>
          </p:nvCxnSpPr>
          <p:spPr>
            <a:xfrm rot="5400000" flipH="1" flipV="1">
              <a:off x="2399364" y="847696"/>
              <a:ext cx="1304983" cy="1967139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B5019B1D-A67E-ED5A-D660-0F2E8F0C7764}"/>
                </a:ext>
              </a:extLst>
            </p:cNvPr>
            <p:cNvCxnSpPr>
              <a:stCxn id="6" idx="3"/>
              <a:endCxn id="15" idx="0"/>
            </p:cNvCxnSpPr>
            <p:nvPr/>
          </p:nvCxnSpPr>
          <p:spPr>
            <a:xfrm>
              <a:off x="5108575" y="1178773"/>
              <a:ext cx="1890942" cy="1293235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A094A2A2-7958-921A-A544-2011D07EE4B9}"/>
                </a:ext>
              </a:extLst>
            </p:cNvPr>
            <p:cNvCxnSpPr>
              <a:stCxn id="14" idx="3"/>
              <a:endCxn id="17" idx="0"/>
            </p:cNvCxnSpPr>
            <p:nvPr/>
          </p:nvCxnSpPr>
          <p:spPr>
            <a:xfrm>
              <a:off x="2588986" y="3004456"/>
              <a:ext cx="937804" cy="1189535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D8731399-310E-BACB-D37D-DD074384AB22}"/>
                </a:ext>
              </a:extLst>
            </p:cNvPr>
            <p:cNvCxnSpPr>
              <a:stCxn id="14" idx="1"/>
            </p:cNvCxnSpPr>
            <p:nvPr/>
          </p:nvCxnSpPr>
          <p:spPr>
            <a:xfrm rot="10800000" flipV="1">
              <a:off x="610212" y="3004456"/>
              <a:ext cx="937374" cy="1219246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69B7EDA3-454C-E54D-A69A-C88601B4C12E}"/>
                </a:ext>
              </a:extLst>
            </p:cNvPr>
            <p:cNvCxnSpPr/>
            <p:nvPr/>
          </p:nvCxnSpPr>
          <p:spPr>
            <a:xfrm>
              <a:off x="7531964" y="3016811"/>
              <a:ext cx="937804" cy="1189535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75E1D7D5-5746-DBA8-70D2-631109442946}"/>
                </a:ext>
              </a:extLst>
            </p:cNvPr>
            <p:cNvCxnSpPr/>
            <p:nvPr/>
          </p:nvCxnSpPr>
          <p:spPr>
            <a:xfrm rot="10800000" flipV="1">
              <a:off x="5552760" y="2974744"/>
              <a:ext cx="937374" cy="1219246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24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5C85F-25E1-4CB3-F448-1E38921F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19360-CBD9-E804-C77D-921B2C89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B5252-9199-46B2-D98E-070091EDD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can be represented as a </a:t>
            </a: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5A69E0-3622-3743-2AEF-269A677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22246"/>
            <a:ext cx="7214616" cy="39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0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062E4-E1CB-11E3-EA0C-8FC8DF11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EF815-5BF8-7496-07BA-28B4FB8A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Goal State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CCB5-5868-303C-101C-4E63C3C20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Desired final state</a:t>
            </a:r>
          </a:p>
          <a:p>
            <a:r>
              <a:rPr lang="en-US" sz="2200"/>
              <a:t>Example: Solved puzzle or destination reached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Goal Test: way to determine whether a given state is a goal state.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86504-AE4B-9A83-3A5A-ADCF976D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8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81D7-2F85-7FF5-C964-569C7439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D2482-AEBE-B122-CD91-C928152C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700" dirty="0"/>
              <a:t>Path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404D-932C-39BC-CCAD-08466F77919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60206" y="1349302"/>
            <a:ext cx="8293395" cy="44926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dirty="0"/>
              <a:t>Path cost: numerical cost associated with a given path.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03CBF7-2840-139D-1714-A8E42CE3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798564"/>
            <a:ext cx="8686800" cy="43383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24CC56-BEF5-2B37-B1EB-BDB9DD0CF6FD}"/>
              </a:ext>
            </a:extLst>
          </p:cNvPr>
          <p:cNvSpPr txBox="1"/>
          <p:nvPr/>
        </p:nvSpPr>
        <p:spPr>
          <a:xfrm>
            <a:off x="1720703" y="6214031"/>
            <a:ext cx="4750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path can be of equal cost in some problems</a:t>
            </a:r>
          </a:p>
        </p:txBody>
      </p:sp>
    </p:spTree>
    <p:extLst>
      <p:ext uri="{BB962C8B-B14F-4D97-AF65-F5344CB8AC3E}">
        <p14:creationId xmlns:p14="http://schemas.microsoft.com/office/powerpoint/2010/main" val="247885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63AB6-A72A-1BC5-A257-F27E6E19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C0FCC-AB6D-EA9C-C3D0-EF9BF044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These form the based of all search problems:</a:t>
            </a:r>
            <a:br>
              <a:rPr lang="en-US" sz="5200"/>
            </a:br>
            <a:endParaRPr lang="en-US" sz="520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E01C191-CDD5-2784-677B-A51D76A67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509376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319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E93AB-AC60-45FA-A77D-2AE1FAB4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EE054-43CB-6FEA-C548-292512632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800"/>
              <a:t>How to Solve these Problem?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Pins pinned on a white surface and connecting a black thread">
            <a:extLst>
              <a:ext uri="{FF2B5EF4-FFF2-40B4-BE49-F238E27FC236}">
                <a16:creationId xmlns:a16="http://schemas.microsoft.com/office/drawing/2014/main" id="{63BD5707-A658-BBF4-4E9B-82DF5AA79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8" r="32011" b="-2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66D0-CF4A-174A-8B64-9EB8A0F2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Node:  a data structure that keeps track of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state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parent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an action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path cost</a:t>
            </a:r>
          </a:p>
        </p:txBody>
      </p:sp>
      <p:sp>
        <p:nvSpPr>
          <p:cNvPr id="3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34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399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Search Algorithms in AI</vt:lpstr>
      <vt:lpstr>What is Search?</vt:lpstr>
      <vt:lpstr>Examples of Search Problems</vt:lpstr>
      <vt:lpstr>Examples of Search Problems</vt:lpstr>
      <vt:lpstr>Examples of Search Problems</vt:lpstr>
      <vt:lpstr>Agent and Environment</vt:lpstr>
      <vt:lpstr>Environment</vt:lpstr>
      <vt:lpstr>State</vt:lpstr>
      <vt:lpstr>Initial State</vt:lpstr>
      <vt:lpstr>Actions</vt:lpstr>
      <vt:lpstr>Transition Model</vt:lpstr>
      <vt:lpstr>State Space</vt:lpstr>
      <vt:lpstr>PowerPoint Presentation</vt:lpstr>
      <vt:lpstr>State Space</vt:lpstr>
      <vt:lpstr>Goal State</vt:lpstr>
      <vt:lpstr>Path Cost</vt:lpstr>
      <vt:lpstr>These form the based of all search problems: </vt:lpstr>
      <vt:lpstr>How to Solve these Problem?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Dada Ibidapo</dc:creator>
  <cp:lastModifiedBy>Dada Ibidapo</cp:lastModifiedBy>
  <cp:revision>1</cp:revision>
  <dcterms:created xsi:type="dcterms:W3CDTF">2026-03-27T04:10:49Z</dcterms:created>
  <dcterms:modified xsi:type="dcterms:W3CDTF">2026-03-27T04:14:09Z</dcterms:modified>
</cp:coreProperties>
</file>